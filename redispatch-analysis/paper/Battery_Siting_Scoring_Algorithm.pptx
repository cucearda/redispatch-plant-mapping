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6217920" cy="6217920"/>
          </a:xfrm>
          <a:prstGeom prst="ellipse">
            <a:avLst/>
          </a:prstGeom>
          <a:solidFill>
            <a:srgbClr val="02C39A">
              <a:alpha val="8000"/>
            </a:srgbClr>
          </a:solidFill>
          <a:ln w="9525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48640"/>
            <a:ext cx="4572000" cy="4572000"/>
          </a:xfrm>
          <a:prstGeom prst="ellipse">
            <a:avLst/>
          </a:prstGeom>
          <a:solidFill>
            <a:srgbClr val="02C39A">
              <a:alpha val="10000"/>
            </a:srgbClr>
          </a:solidFill>
          <a:ln w="9525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82880"/>
            <a:ext cx="3108960" cy="3108960"/>
          </a:xfrm>
          <a:prstGeom prst="ellipse">
            <a:avLst/>
          </a:prstGeom>
          <a:solidFill>
            <a:srgbClr val="02C39A">
              <a:alpha val="12000"/>
            </a:srgbClr>
          </a:solidFill>
          <a:ln w="9525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822960"/>
            <a:ext cx="1828800" cy="1828800"/>
          </a:xfrm>
          <a:prstGeom prst="ellipse">
            <a:avLst/>
          </a:prstGeom>
          <a:solidFill>
            <a:srgbClr val="02C39A">
              <a:alpha val="14000"/>
            </a:srgbClr>
          </a:solidFill>
          <a:ln w="9525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7232" y="153619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GERMAN REDISPATCH 2.0  ·  2021–2025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Battery Locations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siting algorithm works — and where it breaks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the hidden nodal–zonal price wedge from redispatch, pricing every deployed battery on the congestion relief it would provide.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93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509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resolution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20440" y="5074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5193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±500 €/MWh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56509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clip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50749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5193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ΔV / yr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56509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locational value metric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signal Germany's single bidding zone hides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nodal pricing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node's price equals the marginal cost of supplying energy there — including the shadow prices of binding network constraints. A battery arbitraging that node charges when local energy is abundant and discharges when it is scarce, so its profit motive coincides with relieving congestion.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is a single bidding zone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this locational signal is absent from the market price. Every location sees the same number. The information about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storage actually helps the grid is missing.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46520" y="15544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2084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0840" y="210312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varies by node → embeds congestion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paid to sit where the grid needs it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congestion relief, automatically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3886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BEEF0"/>
          </a:solidFill>
          <a:ln w="12700">
            <a:solidFill>
              <a:srgbClr val="E6B9C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ZONAL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443484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for the whole country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Locational value invisible to investors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handled after the fact, by the TSO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Redispatch reveals the sign of the hidden wedge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Redispatch is the TSO's quantity-based correction of flows the grid cannot physically enable. Its direction leaks the sign of the latent nodal–zonal price wedge: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532120" cy="2286000"/>
          </a:xfrm>
          <a:prstGeom prst="roundRect">
            <a:avLst>
              <a:gd name="adj" fmla="val 3600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DOWNWARD  (curtailment)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surplus that cannot be exported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local price </a:t>
            </a:r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zonal price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should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sign  s_g = −1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532120" cy="2286000"/>
          </a:xfrm>
          <a:prstGeom prst="roundRect">
            <a:avLst>
              <a:gd name="adj" fmla="val 3600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UPWARD  (ramp-up)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9260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scarcity the grid cannot import into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local price </a:t>
            </a:r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zonal price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should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sign  s_g = +1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29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only relieves congestion where the local grid has headroom. A site whose only way to help is to push power across the binding constraint itself yields no relief — and earns nothing under the recovered local price.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scoring pipeline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385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938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22376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align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" y="32004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(MaStR), redispatch events, 15-min intraday prices. Timezone-normalise each row, snap to nearest transmission bus.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81528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46704" y="16916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9385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938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wedge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15-min step, bend the zonal price with a kernel-weighted, sign-carrying sum of nearby redispatch → effective local price π̂.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5312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90488" y="16916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9385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938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9944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profit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9944" y="32004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charge/discharge heuristic against π̂ gives annual arbitrage profit V for a common 50 MW / 200 MWh reference battery.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69096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34272" y="1691640"/>
            <a:ext cx="2670048" cy="3108960"/>
          </a:xfrm>
          <a:prstGeom prst="roundRect">
            <a:avLst>
              <a:gd name="adj" fmla="val 3082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90304" y="19385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290304" y="1938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53728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by ΔV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53728" y="32004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flat-price copperplate baseline. ΔV isolates pure locational value; rank the fleet by ΔV per year.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5120640"/>
            <a:ext cx="11201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steps/day · Δt = 0.25 h · window 2021-10-01 → 2025-12-31 (harmonised Redispatch 2.0, full price &amp; redispatch coverage) · transmission grid 220/380 kV.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CORE EQUATION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local price = zonal price + congestion wedge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5" name="Image 0" descr="/sessions/intelligent-youthful-dirac/mnt/outputs/eq_eff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74520"/>
            <a:ext cx="9052560" cy="1168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0040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π̂ n,t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local price for battery n at 15-min step t  [€/MWh]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p_base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Quarter-hourly intraday zonal price — identical for all locations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𝒢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of redispatch events active during step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s_g ∈ {+1,−1}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of event g  (shortage → discharge / surplus → charge)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m_g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power of event g [MW] — volume-weights the wedge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K_h(·)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kernel decaying an event's influence with distance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Wedge scale, calibrated to a BNetzA-anchored 100 €/MWh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clipped to ±500 €/MWh (~99th pct of intraday prices) so GW-scale hubs cannot fabricate an implausible scarcity premium. Positive and negative nearby events cancel within the sum.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WEDGE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and volume: reading each redispatch event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 s_g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read directly from the RICHTUNG field of the redispatch data — a mapping asserted at load time to cover 100% of rows: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2014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977640"/>
                <a:gridCol w="10058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RICHTUNG value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Wirkleistungseinspeisung erhöhen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feed-in → local shortage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Wirkleistungseinspeisung reduzieren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feed-in → local surplus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97764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weight  m_g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enters the sum weighted by its mean power in MW. A GW-scale intervention bends the local price far more than a token one, so the wedge reflects how much congestion relief is actually active nearby.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397764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46520" y="457200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signs enter additively, upward redispatch at one nearby site nets against downward redispatch at another. A neighbourhood pulled in both directions produces little net wedge — exactly as an ambiguous congestion picture should.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WEDGE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is electrical, not geographic (PTDF kernel)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decays an event's impact with distance. The default measures distance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electrically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DC power-flow model of the 220/380 kV grid (PyPSA) yields a PTDF matrix; distance between a battery bus and an event bus is the L2 norm of their PTDF-column difference.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532120" cy="1051560"/>
          </a:xfrm>
          <a:prstGeom prst="roundRect">
            <a:avLst>
              <a:gd name="adj" fmla="val 7826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6" name="Image 0" descr="/sessions/intelligent-youthful-dirac/mnt/outputs/eq_pt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88920"/>
            <a:ext cx="5029200" cy="484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2514600"/>
            <a:ext cx="5532120" cy="1051560"/>
          </a:xfrm>
          <a:prstGeom prst="roundRect">
            <a:avLst>
              <a:gd name="adj" fmla="val 7826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8" name="Image 1" descr="/sessions/intelligent-youthful-dirac/mnt/outputs/eq_ker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670048"/>
            <a:ext cx="3017520" cy="6636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33101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decay · bandwidth 0.5 (PTDF) or h = 200 km (legacy graph distance)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3794760"/>
            <a:ext cx="11201400" cy="2148840"/>
          </a:xfrm>
          <a:prstGeom prst="roundRect">
            <a:avLst>
              <a:gd name="adj" fmla="val 3830"/>
            </a:avLst>
          </a:prstGeom>
          <a:solidFill>
            <a:srgbClr val="0A2540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electrical distance?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4389120"/>
            <a:ext cx="10561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buses with identical PTDF columns shift every line by the same amount per unit of injection — so a battery at one is a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electrical substitute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redispatch action at the other. The norm measures exactly how far a site is from being that substitute. This replaces “how far apart on the map” with “how electrically interchangeable” — the property that actually determines whether a battery can stand in for the redispatch. DC PTDF column-differences are slack-invariant; disconnected sub-networks are forced to zero coupling.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WEDGE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Calibrating the wedge scale α to real congestion cost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fixing α arbitrarily, it is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 mean absolute wedge over all steps with active nearby redispatch equals a target premium of 100 €/MWh.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06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€2.8 bn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BNetzA annual redispatch cost (2024)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2788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2606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≈ 28 TWh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43484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redispatch energy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2788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01000" y="23317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2606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100 €/MWh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8388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cost of relieving congestion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434840"/>
            <a:ext cx="11201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matters.  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α to what relieving congestion actually costs the system ties the local premium to reality instead of an assumed scalar. Because α enters only through the wedge, it governs the </a:t>
            </a:r>
            <a:pPr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premium, not the substance of the relative ranking — leaving a sensitivity sweep on α and the target as a useful robustness check.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valuation: a daily arbitrage heuristic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day, charge at full power during the k cheapest 15-min steps and discharge during the k most expensive. The window profit sums the daily high-minus-low price spread over the energy cycled: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6" name="Image 0" descr="/sessions/intelligent-youthful-dirac/mnt/outputs/eq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50592"/>
            <a:ext cx="5852160" cy="114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246888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8" name="Image 1" descr="/sessions/intelligent-youthful-dirac/mnt/outputs/eq_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615184"/>
            <a:ext cx="2606040" cy="3726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simple, lossless single-cycle model. It disregards: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402336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BEEF0"/>
          </a:solidFill>
          <a:ln w="12700">
            <a:solidFill>
              <a:srgbClr val="E6B9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402336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efficiency losses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46704" y="402336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BEEF0"/>
          </a:solidFill>
          <a:ln w="12700">
            <a:solidFill>
              <a:srgbClr val="E6B9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83864" y="402336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Inter-day arbitrage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0488" y="402336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BEEF0"/>
          </a:solidFill>
          <a:ln w="12700">
            <a:solidFill>
              <a:srgbClr val="E6B9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27648" y="402336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&amp; degradation limits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034272" y="402336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BEEF0"/>
          </a:solidFill>
          <a:ln w="12700">
            <a:solidFill>
              <a:srgbClr val="E6B9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71432" y="402336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A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Grid-connection constraints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507492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5193792"/>
            <a:ext cx="10561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because the goal is a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ranking: the same simplifications apply uniformly to every battery. A full cyclic state-of-charge optimisation is a natural extension.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 and ranking: isolating ΔV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battery is scored at a common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MW / 200 MWh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reference (4-hour duration), so nameplate size drops out and the comparison is purely locational. Against the flat base price we compute a spatially uniform copperplate baseline, then take the difference: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0" y="2468880"/>
            <a:ext cx="7040880" cy="1097280"/>
          </a:xfrm>
          <a:prstGeom prst="roundRect">
            <a:avLst>
              <a:gd name="adj" fmla="val 8333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6" name="Image 0" descr="/sessions/intelligent-youthful-dirac/mnt/outputs/eq_d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697480"/>
            <a:ext cx="5669280" cy="6462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8404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V[n]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04088" y="4526280"/>
            <a:ext cx="3127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under the local effective price — temporal arbitrage plus the congestion signal.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38404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53128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V_copperplate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453128" y="4526280"/>
            <a:ext cx="3127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heuristic on the flat zonal price. Identical across the fleet, so it carries no location.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01000" y="38404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8F7F2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02168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ΔV[n]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202168" y="4526280"/>
            <a:ext cx="3127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locational value created by congestion. The fleet is ranked by ΔV per year.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589788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Highest-ΔV sites are those that — if the price signal were passed through — would be most valuable for relieving grid congestion.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recovered locational-value surface</a:t>
            </a:r>
            <a:endParaRPr lang="en-US" sz="2700" dirty="0"/>
          </a:p>
        </p:txBody>
      </p:sp>
      <p:pic>
        <p:nvPicPr>
          <p:cNvPr id="4" name="Image 0" descr="/sessions/intelligent-youthful-dirac/mnt/outputs/siting_scor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00200"/>
            <a:ext cx="4252371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 grid points · ΔV per year, reference 50 MW / 200 MWh battery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every grid point on the same reference battery maps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storage would earn the most from congestion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locational signal reached it.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81635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74320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cells mark high-ΔV hotspots — sites electrically close to persistent, one-directional redispatch.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86791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79476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cells sit far (electrically) from congestion, or near events that cancel; their value is almost all plain temporal arbitrage.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9194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84632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ΔV logic ranks the actual deployed MaStR fleet, testing whether today's batteries sit where the grid needs them.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1 OF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score cannot see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1325880"/>
          </a:xfrm>
          <a:prstGeom prst="roundRect">
            <a:avLst>
              <a:gd name="adj" fmla="val 551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46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is mislocated at source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1122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is anchored to the affected plant — the TSO's actuator — not the binding constraint. The PTDF kernel mitigates but cannot relocate an already-misplaced signal, so scores reward proximity to dispatch activity rather than to congestion itself.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11201400" cy="1325880"/>
          </a:xfrm>
          <a:prstGeom prst="roundRect">
            <a:avLst>
              <a:gd name="adj" fmla="val 551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65576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 frame only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59359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just the 220/380 kV system. A battery relieving distribution-level congestion can score poorly despite being well placed; the ranking is valid only within the transmission frame.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02920" y="4562856"/>
            <a:ext cx="11201400" cy="1325880"/>
          </a:xfrm>
          <a:prstGeom prst="roundRect">
            <a:avLst>
              <a:gd name="adj" fmla="val 5517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946904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46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709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≈30% of volume never enters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0749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countertrading (identifies no congested location) plus unmatchable plants. The effective price is built on a partial view — and the missing share is not random: matchability correlates with plant type, region and vintage, so gaps are clustered in space.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2 OF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 and what the score is not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1207008"/>
          </a:xfrm>
          <a:prstGeom prst="roundRect">
            <a:avLst>
              <a:gd name="adj" fmla="val 6061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282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Co-location with PV / wind uncredited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093976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beside solar or wind can help the grid almost by construction, soaking up local generation that would otherwise be curtailed. A pure arbitrage score does not credit this avoided curtailment and so under-ranks them.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11201400" cy="1207008"/>
          </a:xfrm>
          <a:prstGeom prst="roundRect">
            <a:avLst>
              <a:gd name="adj" fmla="val 6061"/>
            </a:avLst>
          </a:prstGeom>
          <a:solidFill>
            <a:srgbClr val="F3F7F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0998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snapshot of today's grid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465576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Redispatch reflects present-day congestion on a network actively being expanded (SuedLink, SuedOstLink…). ΔV scores today's locational value, not the congestion a battery commissioned now would face over its full operating life.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5806"/>
            </a:avLst>
          </a:prstGeom>
          <a:solidFill>
            <a:srgbClr val="0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scores are best read as a relative, transmission-level indication of placement against the redispatch we can observe and localise — not an absolute, node-level verdict on any individual site. Absolute profits are not forecasts; the ordering of locations is the product.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locational-siting scorer  ·  redispatch-implied nodal price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190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560320"/>
            <a:ext cx="6217920" cy="6217920"/>
          </a:xfrm>
          <a:prstGeom prst="ellipse">
            <a:avLst/>
          </a:prstGeom>
          <a:solidFill>
            <a:srgbClr val="02C39A">
              <a:alpha val="7000"/>
            </a:srgbClr>
          </a:solidFill>
          <a:ln w="9525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383280"/>
            <a:ext cx="4572000" cy="4572000"/>
          </a:xfrm>
          <a:prstGeom prst="ellipse">
            <a:avLst/>
          </a:prstGeom>
          <a:solidFill>
            <a:srgbClr val="02C39A">
              <a:alpha val="9000"/>
            </a:srgbClr>
          </a:solidFill>
          <a:ln w="9525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114800"/>
            <a:ext cx="3108960" cy="3108960"/>
          </a:xfrm>
          <a:prstGeom prst="ellipse">
            <a:avLst/>
          </a:prstGeom>
          <a:solidFill>
            <a:srgbClr val="02C39A">
              <a:alpha val="11000"/>
            </a:srgbClr>
          </a:solidFill>
          <a:ln w="9525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754880"/>
            <a:ext cx="1828800" cy="1828800"/>
          </a:xfrm>
          <a:prstGeom prst="ellipse">
            <a:avLst/>
          </a:prstGeom>
          <a:solidFill>
            <a:srgbClr val="02C39A">
              <a:alpha val="13000"/>
            </a:srgbClr>
          </a:solidFill>
          <a:ln w="9525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Redispatch stands in for the nodal price Germany's single bidding zone hides, and each battery is scored on the congestion relief it would be paid for.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095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the flat zonal price into a local effective price π̂ with a sign- and volume-carrying, PTDF-kernel-weighted redispatch wedge.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2095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0" y="36301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common reference battery by a daily arbitrage heuristic against π̂ vs. a flat copperplate baseline.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097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52303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V − V_copperplate isolates pure locational value; the fleet is ordered by ΔV per year.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6634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1232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8097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00800" y="52303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transmission-level, snapshot-in-time — mislocated at the actuator and blind to ~30% of volume and to avoided curtailment.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Siting Scoring Algorithm</dc:title>
  <dc:subject>PptxGenJS Presentation</dc:subject>
  <dc:creator>jo</dc:creator>
  <cp:lastModifiedBy>jo</cp:lastModifiedBy>
  <cp:revision>1</cp:revision>
  <dcterms:created xsi:type="dcterms:W3CDTF">2026-07-06T09:43:01Z</dcterms:created>
  <dcterms:modified xsi:type="dcterms:W3CDTF">2026-07-06T09:43:01Z</dcterms:modified>
</cp:coreProperties>
</file>